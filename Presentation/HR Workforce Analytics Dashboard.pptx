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3"/>
  </p:notesMasterIdLst>
  <p:sldIdLst>
    <p:sldId id="2767" r:id="rId5"/>
    <p:sldId id="2768" r:id="rId6"/>
    <p:sldId id="2769" r:id="rId7"/>
    <p:sldId id="2770" r:id="rId8"/>
    <p:sldId id="2771" r:id="rId9"/>
    <p:sldId id="2772" r:id="rId10"/>
    <p:sldId id="2773" r:id="rId11"/>
    <p:sldId id="27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95"/>
  </p:normalViewPr>
  <p:slideViewPr>
    <p:cSldViewPr snapToGrid="0">
      <p:cViewPr varScale="1">
        <p:scale>
          <a:sx n="54" d="100"/>
          <a:sy n="54" d="100"/>
        </p:scale>
        <p:origin x="5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7/26/2026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1" y="3425399"/>
            <a:ext cx="11674459" cy="2621154"/>
          </a:xfrm>
        </p:spPr>
        <p:txBody>
          <a:bodyPr anchor="b">
            <a:normAutofit/>
          </a:bodyPr>
          <a:lstStyle/>
          <a:p>
            <a:r>
              <a:rPr lang="en-US" dirty="0"/>
              <a:t>HR Workforce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 fontScale="85000" lnSpcReduction="20000"/>
          </a:bodyPr>
          <a:lstStyle/>
          <a:p>
            <a:r>
              <a:rPr lang="en-US" b="1" dirty="0"/>
              <a:t>Power BI Portfolio Project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Prepared by: </a:t>
            </a:r>
            <a:r>
              <a:rPr lang="en-US" dirty="0"/>
              <a:t>Camron Gayle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Power BI • Power Query • DAX • Excel • GitHub</a:t>
            </a:r>
            <a:endParaRPr lang="en-US" b="1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fld id="{A2C196D7-201A-4A3A-B9FA-EDBCED2083FF}" type="datetime1">
              <a:rPr lang="en-US" noProof="0" smtClean="0"/>
              <a:t>7/26/2026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pPr lvl="0"/>
            <a:r>
              <a:rPr lang="en-US" noProof="0" dirty="0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B1C9C-2D24-F6FF-CC5E-5C5AB3A7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79415-AF63-0A33-5A3D-804DE68C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need timely workforce insights to understand employee turnover, workforce demographics, and employee satisfaction.</a:t>
            </a:r>
          </a:p>
          <a:p>
            <a:r>
              <a:rPr lang="en-US" dirty="0"/>
              <a:t>Manual reporting can make it difficult to identify trends and support strategic HR decisions.</a:t>
            </a:r>
          </a:p>
          <a:p>
            <a:r>
              <a:rPr lang="en-US" dirty="0"/>
              <a:t>This dashboard centralizes workforce data into an interactive report that helps HR teams monitor employee metrics and identify areas for improvement.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395C-D565-684F-7B64-32691B84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48A02-BF3F-596D-CBC5-202407D0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6D46C-7908-BB5D-1B95-C6829D7B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1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73E3-E545-46EC-8C69-35553ABC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&amp;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DB9CD-C61B-964D-9B3D-B14EDB0C2B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Dataset</a:t>
            </a:r>
          </a:p>
          <a:p>
            <a:pPr>
              <a:lnSpc>
                <a:spcPct val="100000"/>
              </a:lnSpc>
            </a:pPr>
            <a:r>
              <a:rPr lang="en-US" dirty="0"/>
              <a:t>IBM HR Analytics Employee Attrition Dataset</a:t>
            </a:r>
          </a:p>
          <a:p>
            <a:pPr>
              <a:lnSpc>
                <a:spcPct val="100000"/>
              </a:lnSpc>
            </a:pPr>
            <a:r>
              <a:rPr lang="en-US" dirty="0"/>
              <a:t>Human Resources industry</a:t>
            </a:r>
          </a:p>
          <a:p>
            <a:pPr>
              <a:lnSpc>
                <a:spcPct val="100000"/>
              </a:lnSpc>
            </a:pPr>
            <a:r>
              <a:rPr lang="en-US" dirty="0"/>
              <a:t>1,470 employee records</a:t>
            </a:r>
          </a:p>
          <a:p>
            <a:pPr>
              <a:lnSpc>
                <a:spcPct val="100000"/>
              </a:lnSpc>
            </a:pPr>
            <a:r>
              <a:rPr lang="en-US" dirty="0"/>
              <a:t>35 employee attributes</a:t>
            </a:r>
          </a:p>
          <a:p>
            <a:pPr marL="0" indent="0">
              <a:buNone/>
            </a:pPr>
            <a:r>
              <a:rPr lang="en-US" b="1" dirty="0"/>
              <a:t>Tools</a:t>
            </a:r>
          </a:p>
          <a:p>
            <a:pPr>
              <a:spcBef>
                <a:spcPts val="600"/>
              </a:spcBef>
            </a:pPr>
            <a:r>
              <a:rPr lang="en-US" dirty="0"/>
              <a:t>Power BI</a:t>
            </a:r>
          </a:p>
          <a:p>
            <a:pPr>
              <a:spcBef>
                <a:spcPts val="600"/>
              </a:spcBef>
            </a:pPr>
            <a:r>
              <a:rPr lang="en-US" dirty="0"/>
              <a:t>Power Query</a:t>
            </a:r>
          </a:p>
          <a:p>
            <a:pPr>
              <a:spcBef>
                <a:spcPts val="600"/>
              </a:spcBef>
            </a:pPr>
            <a:r>
              <a:rPr lang="en-US" dirty="0"/>
              <a:t>DAX</a:t>
            </a:r>
          </a:p>
          <a:p>
            <a:pPr>
              <a:spcBef>
                <a:spcPts val="600"/>
              </a:spcBef>
            </a:pPr>
            <a:r>
              <a:rPr lang="en-US" dirty="0"/>
              <a:t>Excel</a:t>
            </a:r>
          </a:p>
          <a:p>
            <a:pPr>
              <a:spcBef>
                <a:spcPts val="600"/>
              </a:spcBef>
            </a:pPr>
            <a:r>
              <a:rPr lang="en-US" dirty="0"/>
              <a:t>GitHub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7E494-348B-051A-7200-6275A1E31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Preparation</a:t>
            </a:r>
          </a:p>
          <a:p>
            <a:r>
              <a:rPr lang="en-US" dirty="0"/>
              <a:t>Verified data types</a:t>
            </a:r>
          </a:p>
          <a:p>
            <a:r>
              <a:rPr lang="en-US" dirty="0"/>
              <a:t>Removed unnecessary columns</a:t>
            </a:r>
          </a:p>
          <a:p>
            <a:r>
              <a:rPr lang="en-US" dirty="0"/>
              <a:t>Created DAX measures</a:t>
            </a:r>
          </a:p>
          <a:p>
            <a:r>
              <a:rPr lang="en-US" dirty="0"/>
              <a:t>Built KPI calculations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F9039-6F26-CAAD-0DA5-218B7F01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9C51A-7BB8-BDFA-2C20-ED742FCE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CD4E5-484C-37D3-296C-A4939F6F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63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F4E4-96D1-F9AA-DD65-8F9382D9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Dashboard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00CEA-B42A-C9E7-C69D-ADBCF1C3759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numCol="2"/>
          <a:lstStyle/>
          <a:p>
            <a:r>
              <a:rPr lang="en-US" dirty="0"/>
              <a:t>Key features include: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KPI cards for workforce metrics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Department-level employee analysis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Attrition analysis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Salary comparisons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Job satisfaction insights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Interactive slicers for filtering data</a:t>
            </a:r>
          </a:p>
          <a:p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DBAFC94-9717-5AF5-D41E-62BD2F644CE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4748"/>
          <a:stretch>
            <a:fillRect/>
          </a:stretch>
        </p:blipFill>
        <p:spPr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54267-CB87-78BF-9B70-D85F32CB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37387-E124-929A-6A23-4E4EA98D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23C40-C3E3-7E39-DDFC-4CA77609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58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5F16-964C-F936-16B9-81528A24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348B-7F8E-AD02-F206-24D42F02E6C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Sales experienced the highest employee attrition.</a:t>
            </a:r>
          </a:p>
          <a:p>
            <a:r>
              <a:rPr lang="en-US" dirty="0"/>
              <a:t>Research &amp; Development had the largest workforce</a:t>
            </a:r>
          </a:p>
          <a:p>
            <a:r>
              <a:rPr lang="en-US" dirty="0"/>
              <a:t>.Employees with fewer years at the company showed higher turnover.</a:t>
            </a:r>
          </a:p>
          <a:p>
            <a:r>
              <a:rPr lang="en-US" dirty="0"/>
              <a:t>Lower job satisfaction was associated with increased attrition.</a:t>
            </a:r>
          </a:p>
          <a:p>
            <a:r>
              <a:rPr lang="en-US" dirty="0"/>
              <a:t>Average monthly income varied significantly across job roles.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66976D-AF8B-A404-43A6-784CB7D82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6A7A1-8FB2-0BFB-CCDA-A4BB13E8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7C036-5A25-0111-5FCD-52DB2F44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2BBDB-9031-6E46-E8AA-E19DDA6D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35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E800-497F-D6CD-E8CA-41F51993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8813-2A62-A46E-C93C-C06DEF27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Improve onboarding for new employees.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Focus retention efforts on high-turnover departments.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Increase employee engagement initiatives.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Review compensation for critical job roles.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Monitor workforce metrics regularly using interactive dashboards.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8C977-AE75-C721-BA22-72A6FF9F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6A3B-EC56-5492-875B-CA8F9788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19ACF-DA41-45F2-B0CF-C25F5A35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73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62FB42E-4F85-4737-0C08-2290CC756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/>
          <a:lstStyle/>
          <a:p>
            <a:r>
              <a:rPr lang="en-US" dirty="0"/>
              <a:t>Business Impact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4C024B7-9C6C-FD40-79AB-CFAB36312A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4082758"/>
            <a:ext cx="10890374" cy="1197939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3FA2F-FF3F-6D4F-008E-DA115A2A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19F103-9E7C-4D5A-827C-0D2D66EE1CD2}" type="datetime1">
              <a:rPr lang="en-US" smtClean="0"/>
              <a:pPr>
                <a:spcAft>
                  <a:spcPts val="600"/>
                </a:spcAft>
              </a:pPr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BEA70-0C9C-4F33-84E2-F1B794BC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AC599-9BFF-AACF-0584-6C59F28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B1B2A-7705-1B19-3AF6-964622F5DD52}"/>
              </a:ext>
            </a:extLst>
          </p:cNvPr>
          <p:cNvSpPr txBox="1"/>
          <p:nvPr/>
        </p:nvSpPr>
        <p:spPr>
          <a:xfrm>
            <a:off x="311737" y="1243584"/>
            <a:ext cx="11126436" cy="1705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 employee turnover through targeted retention strategies.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HR reporting efficiency with automated dashboards.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 visibility into workforce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better workforce planning and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8182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772C-618F-4E46-2F4F-A9B05F60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Demonstrated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D08C5-2F67-FDE2-BC51-CEF4E5383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Technical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GitHub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D19E5-2544-43D1-58AE-8335C2A46A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Analytics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Workforce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 Solving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Stakeholder Communication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A578D-346E-21E8-3C7F-15BA5694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3B8D8-3A01-7A7F-E340-FEFD76CE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A109B-7C91-F08A-4E97-BE2024B9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81D1C-8512-6491-08DA-111E4C592DC8}"/>
              </a:ext>
            </a:extLst>
          </p:cNvPr>
          <p:cNvSpPr txBox="1"/>
          <p:nvPr/>
        </p:nvSpPr>
        <p:spPr>
          <a:xfrm>
            <a:off x="4437720" y="6047714"/>
            <a:ext cx="349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45515570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{1800E7A8-9945-4731-9AB7-6E54B2778629}05f950ec-c865-457c-93ae-9eb2ef1c603f-TFa19fa653-f273-4169-96ef-448bb1cd1027_win32</Template>
  <TotalTime>104</TotalTime>
  <Words>341</Words>
  <Application>Microsoft Office PowerPoint</Application>
  <PresentationFormat>Widescreen</PresentationFormat>
  <Paragraphs>92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Neue Haas Grotesk Text Pro</vt:lpstr>
      <vt:lpstr>Wingdings</vt:lpstr>
      <vt:lpstr>OasisVTI</vt:lpstr>
      <vt:lpstr>HR Workforce Analytics Dashboard</vt:lpstr>
      <vt:lpstr>Business Problem</vt:lpstr>
      <vt:lpstr>Dataset &amp; Tools</vt:lpstr>
      <vt:lpstr>Dashboard Overview </vt:lpstr>
      <vt:lpstr>Key Insights</vt:lpstr>
      <vt:lpstr>Business Recommendations</vt:lpstr>
      <vt:lpstr>Business Impact</vt:lpstr>
      <vt:lpstr>Skills Demonstrated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Gayle</dc:creator>
  <cp:lastModifiedBy>Camron Gayle</cp:lastModifiedBy>
  <cp:revision>1</cp:revision>
  <dcterms:created xsi:type="dcterms:W3CDTF">2026-07-26T16:57:12Z</dcterms:created>
  <dcterms:modified xsi:type="dcterms:W3CDTF">2026-07-26T18:41:44Z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